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08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27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8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35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997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0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9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03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638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37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71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5580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575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293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36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285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04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3C669-5E7B-4D3E-94B3-410AA548FF5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C600F-14CF-45C4-8203-951D5FB87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705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CC1796-98A9-8E0D-0B93-5F938E07B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8" b="12513"/>
          <a:stretch>
            <a:fillRect/>
          </a:stretch>
        </p:blipFill>
        <p:spPr>
          <a:xfrm>
            <a:off x="0" y="0"/>
            <a:ext cx="1592494" cy="10993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333701-D40E-8595-C333-032FF1A5D2FF}"/>
              </a:ext>
            </a:extLst>
          </p:cNvPr>
          <p:cNvSpPr txBox="1"/>
          <p:nvPr/>
        </p:nvSpPr>
        <p:spPr>
          <a:xfrm>
            <a:off x="1380162" y="1099335"/>
            <a:ext cx="943167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COFFEE SHOP SALES ANALYSIS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Business Intelligence Project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Tools Used:</a:t>
            </a:r>
          </a:p>
          <a:p>
            <a:pPr algn="ctr"/>
            <a:r>
              <a:rPr lang="en-US" sz="2400" dirty="0"/>
              <a:t>• Excel</a:t>
            </a:r>
          </a:p>
          <a:p>
            <a:pPr algn="ctr"/>
            <a:r>
              <a:rPr lang="en-US" sz="2400" dirty="0"/>
              <a:t>• Power BI</a:t>
            </a:r>
          </a:p>
          <a:p>
            <a:pPr algn="ctr"/>
            <a:r>
              <a:rPr lang="en-US" sz="2400" dirty="0"/>
              <a:t>• Tableau</a:t>
            </a:r>
          </a:p>
          <a:p>
            <a:pPr algn="ctr"/>
            <a:endParaRPr lang="en-US" sz="2400" dirty="0"/>
          </a:p>
          <a:p>
            <a:pPr algn="ctr"/>
            <a:r>
              <a:rPr lang="en-US" sz="2400" b="1" dirty="0"/>
              <a:t>Prepared By:</a:t>
            </a:r>
          </a:p>
          <a:p>
            <a:pPr algn="ctr"/>
            <a:r>
              <a:rPr lang="en-US" sz="2400" dirty="0"/>
              <a:t>Kumar Jyotiraditya</a:t>
            </a:r>
          </a:p>
          <a:p>
            <a:pPr algn="ctr"/>
            <a:r>
              <a:rPr lang="en-US" sz="2400" b="1" dirty="0"/>
              <a:t>Date:</a:t>
            </a:r>
          </a:p>
          <a:p>
            <a:pPr algn="ctr"/>
            <a:r>
              <a:rPr lang="en-US" sz="2400" dirty="0"/>
              <a:t>01-06-2026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89598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7B95AD-266D-1660-ABA7-F0F60D4EFF86}"/>
              </a:ext>
            </a:extLst>
          </p:cNvPr>
          <p:cNvSpPr txBox="1"/>
          <p:nvPr/>
        </p:nvSpPr>
        <p:spPr>
          <a:xfrm>
            <a:off x="1222625" y="1623317"/>
            <a:ext cx="970907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BUSINESS PROBLEM</a:t>
            </a:r>
          </a:p>
          <a:p>
            <a:endParaRPr lang="en-US" sz="2000" dirty="0"/>
          </a:p>
          <a:p>
            <a:r>
              <a:rPr lang="en-US" sz="2000" dirty="0"/>
              <a:t>The coffee shop chain lacked a centralized reporting system to monitor sales performance, customer activity, and store-level operations.</a:t>
            </a:r>
          </a:p>
          <a:p>
            <a:endParaRPr lang="en-US" sz="2000" dirty="0"/>
          </a:p>
          <a:p>
            <a:r>
              <a:rPr lang="en-US" sz="2000" b="1" dirty="0"/>
              <a:t>Challenges:</a:t>
            </a:r>
          </a:p>
          <a:p>
            <a:r>
              <a:rPr lang="en-US" sz="2000" dirty="0"/>
              <a:t>• Limited visibility into sales trends</a:t>
            </a:r>
          </a:p>
          <a:p>
            <a:r>
              <a:rPr lang="en-US" sz="2000" dirty="0"/>
              <a:t>• Difficulty identifying peak business hours</a:t>
            </a:r>
          </a:p>
          <a:p>
            <a:r>
              <a:rPr lang="en-US" sz="2000" dirty="0"/>
              <a:t>• Inconsistent store performance</a:t>
            </a:r>
          </a:p>
          <a:p>
            <a:r>
              <a:rPr lang="en-US" sz="2000" dirty="0"/>
              <a:t>• Lack of data-driven decision-making</a:t>
            </a:r>
          </a:p>
          <a:p>
            <a:endParaRPr lang="en-US" sz="2000" dirty="0"/>
          </a:p>
          <a:p>
            <a:r>
              <a:rPr lang="en-US" sz="2000" b="1" dirty="0"/>
              <a:t>Solution:</a:t>
            </a:r>
          </a:p>
          <a:p>
            <a:r>
              <a:rPr lang="en-US" sz="2000" dirty="0"/>
              <a:t>Develop an interactive Business Intelligence dashboard to analyze sales data and generate actionable insights.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14344-8D43-6F0C-8CF8-940041A48CBB}"/>
              </a:ext>
            </a:extLst>
          </p:cNvPr>
          <p:cNvSpPr txBox="1"/>
          <p:nvPr/>
        </p:nvSpPr>
        <p:spPr>
          <a:xfrm>
            <a:off x="1705510" y="297951"/>
            <a:ext cx="8743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Business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22357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9C866D-E9F6-922F-5011-03F04DEBF969}"/>
              </a:ext>
            </a:extLst>
          </p:cNvPr>
          <p:cNvSpPr txBox="1"/>
          <p:nvPr/>
        </p:nvSpPr>
        <p:spPr>
          <a:xfrm>
            <a:off x="1777428" y="1489753"/>
            <a:ext cx="81885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OBJECTIVES</a:t>
            </a:r>
          </a:p>
          <a:p>
            <a:endParaRPr lang="en-US" sz="2400" dirty="0"/>
          </a:p>
          <a:p>
            <a:r>
              <a:rPr lang="en-US" sz="2400" dirty="0"/>
              <a:t>• Analyze overall sales performance</a:t>
            </a:r>
          </a:p>
          <a:p>
            <a:r>
              <a:rPr lang="en-US" sz="2400" dirty="0"/>
              <a:t>• Identify peak revenue-generating hours</a:t>
            </a:r>
          </a:p>
          <a:p>
            <a:r>
              <a:rPr lang="en-US" sz="2400" dirty="0"/>
              <a:t>• Compare store-wise performance</a:t>
            </a:r>
          </a:p>
          <a:p>
            <a:r>
              <a:rPr lang="en-US" sz="2400" dirty="0"/>
              <a:t>• Understand customer purchasing behavior</a:t>
            </a:r>
          </a:p>
          <a:p>
            <a:r>
              <a:rPr lang="en-US" sz="2400" dirty="0"/>
              <a:t>• Evaluate time-based sales patterns</a:t>
            </a:r>
          </a:p>
          <a:p>
            <a:r>
              <a:rPr lang="en-US" sz="2400" dirty="0"/>
              <a:t>• Generate business recommendations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8E210-F8AC-C127-D835-9525DED7CD2E}"/>
              </a:ext>
            </a:extLst>
          </p:cNvPr>
          <p:cNvSpPr txBox="1"/>
          <p:nvPr/>
        </p:nvSpPr>
        <p:spPr>
          <a:xfrm>
            <a:off x="1417834" y="82193"/>
            <a:ext cx="8188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81991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41D867-82CB-0855-2BE3-6DC85BFD1D81}"/>
              </a:ext>
            </a:extLst>
          </p:cNvPr>
          <p:cNvSpPr txBox="1"/>
          <p:nvPr/>
        </p:nvSpPr>
        <p:spPr>
          <a:xfrm>
            <a:off x="3154167" y="215758"/>
            <a:ext cx="5589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F6EF64-B4F4-2C4F-B4CC-D08A11A7E037}"/>
              </a:ext>
            </a:extLst>
          </p:cNvPr>
          <p:cNvSpPr txBox="1"/>
          <p:nvPr/>
        </p:nvSpPr>
        <p:spPr>
          <a:xfrm>
            <a:off x="246578" y="1294543"/>
            <a:ext cx="1123992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DATASET OVERVIEW</a:t>
            </a:r>
          </a:p>
          <a:p>
            <a:endParaRPr lang="en-IN" sz="1400" dirty="0"/>
          </a:p>
          <a:p>
            <a:r>
              <a:rPr lang="en-IN" sz="1400" b="1" dirty="0"/>
              <a:t>Dataset:</a:t>
            </a:r>
          </a:p>
          <a:p>
            <a:r>
              <a:rPr lang="en-IN" sz="1400" dirty="0"/>
              <a:t>Coffee Shop Sales Dataset</a:t>
            </a:r>
          </a:p>
          <a:p>
            <a:endParaRPr lang="en-IN" sz="1400" b="1" dirty="0"/>
          </a:p>
          <a:p>
            <a:r>
              <a:rPr lang="en-IN" sz="1400" b="1" dirty="0"/>
              <a:t>Total Transactions:</a:t>
            </a:r>
          </a:p>
          <a:p>
            <a:r>
              <a:rPr lang="en-IN" sz="1400" dirty="0"/>
              <a:t>149,116</a:t>
            </a:r>
          </a:p>
          <a:p>
            <a:endParaRPr lang="en-IN" sz="1400" dirty="0"/>
          </a:p>
          <a:p>
            <a:r>
              <a:rPr lang="en-IN" sz="1400" b="1" dirty="0"/>
              <a:t>Total Revenue:</a:t>
            </a:r>
          </a:p>
          <a:p>
            <a:r>
              <a:rPr lang="en-IN" sz="1400" dirty="0"/>
              <a:t>₹698.81K</a:t>
            </a:r>
          </a:p>
          <a:p>
            <a:endParaRPr lang="en-IN" sz="1400" b="1" dirty="0"/>
          </a:p>
          <a:p>
            <a:r>
              <a:rPr lang="en-IN" sz="1400" b="1" dirty="0"/>
              <a:t>Total Quantity Sold:</a:t>
            </a:r>
          </a:p>
          <a:p>
            <a:r>
              <a:rPr lang="en-IN" sz="1400" dirty="0"/>
              <a:t>214.47K</a:t>
            </a:r>
          </a:p>
          <a:p>
            <a:endParaRPr lang="en-IN" sz="1400" dirty="0"/>
          </a:p>
          <a:p>
            <a:r>
              <a:rPr lang="en-IN" sz="1400" b="1" dirty="0"/>
              <a:t>Store Locations:</a:t>
            </a:r>
          </a:p>
          <a:p>
            <a:r>
              <a:rPr lang="en-IN" sz="1400" dirty="0"/>
              <a:t>• Astoria</a:t>
            </a:r>
          </a:p>
          <a:p>
            <a:r>
              <a:rPr lang="en-IN" sz="1400" dirty="0"/>
              <a:t>• Hell's Kitchen</a:t>
            </a:r>
          </a:p>
          <a:p>
            <a:r>
              <a:rPr lang="en-IN" sz="1400" dirty="0"/>
              <a:t>• Lower Manhattan</a:t>
            </a:r>
          </a:p>
          <a:p>
            <a:endParaRPr lang="en-IN" sz="1400" dirty="0"/>
          </a:p>
          <a:p>
            <a:r>
              <a:rPr lang="en-IN" sz="1400" b="1" dirty="0"/>
              <a:t>Key Fields:</a:t>
            </a:r>
          </a:p>
          <a:p>
            <a:r>
              <a:rPr lang="en-IN" sz="1400" dirty="0"/>
              <a:t>• Transaction ID</a:t>
            </a:r>
          </a:p>
          <a:p>
            <a:r>
              <a:rPr lang="en-IN" sz="1400" dirty="0"/>
              <a:t>• Transaction Date</a:t>
            </a:r>
          </a:p>
          <a:p>
            <a:r>
              <a:rPr lang="en-IN" sz="1400" dirty="0"/>
              <a:t>• Transaction Time</a:t>
            </a:r>
          </a:p>
          <a:p>
            <a:r>
              <a:rPr lang="en-IN" sz="1400" dirty="0"/>
              <a:t>• Store Location</a:t>
            </a:r>
          </a:p>
          <a:p>
            <a:r>
              <a:rPr lang="en-IN" sz="1400" dirty="0"/>
              <a:t>• Quantity Sold</a:t>
            </a:r>
          </a:p>
          <a:p>
            <a:r>
              <a:rPr lang="en-IN" sz="1400" dirty="0"/>
              <a:t>• Revenue</a:t>
            </a:r>
          </a:p>
        </p:txBody>
      </p:sp>
    </p:spTree>
    <p:extLst>
      <p:ext uri="{BB962C8B-B14F-4D97-AF65-F5344CB8AC3E}">
        <p14:creationId xmlns:p14="http://schemas.microsoft.com/office/powerpoint/2010/main" val="387725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319B0B-4B31-DC72-3B32-040EC8E4A5CF}"/>
              </a:ext>
            </a:extLst>
          </p:cNvPr>
          <p:cNvSpPr txBox="1"/>
          <p:nvPr/>
        </p:nvSpPr>
        <p:spPr>
          <a:xfrm>
            <a:off x="4633644" y="148974"/>
            <a:ext cx="4109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0E74DF-6CDC-E850-E51C-CD03A402E293}"/>
              </a:ext>
            </a:extLst>
          </p:cNvPr>
          <p:cNvSpPr txBox="1"/>
          <p:nvPr/>
        </p:nvSpPr>
        <p:spPr>
          <a:xfrm>
            <a:off x="215757" y="1397285"/>
            <a:ext cx="130584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METHODOLOGY</a:t>
            </a:r>
          </a:p>
          <a:p>
            <a:endParaRPr lang="en-US" sz="2400" dirty="0"/>
          </a:p>
          <a:p>
            <a:r>
              <a:rPr lang="en-US" sz="2400" dirty="0"/>
              <a:t>1. Data Collection</a:t>
            </a:r>
          </a:p>
          <a:p>
            <a:r>
              <a:rPr lang="en-US" sz="2400" dirty="0"/>
              <a:t>2. Data Cleaning</a:t>
            </a:r>
          </a:p>
          <a:p>
            <a:r>
              <a:rPr lang="en-US" sz="2400" dirty="0"/>
              <a:t>3. Feature Engineering</a:t>
            </a:r>
          </a:p>
          <a:p>
            <a:r>
              <a:rPr lang="en-US" sz="2400" dirty="0"/>
              <a:t>4. Exploratory Data Analysis</a:t>
            </a:r>
          </a:p>
          <a:p>
            <a:r>
              <a:rPr lang="en-US" sz="2400" dirty="0"/>
              <a:t>5. Dashboard Development</a:t>
            </a:r>
          </a:p>
          <a:p>
            <a:r>
              <a:rPr lang="en-US" sz="2400" dirty="0"/>
              <a:t>6. Insight Generation</a:t>
            </a:r>
          </a:p>
          <a:p>
            <a:r>
              <a:rPr lang="en-US" sz="2400" dirty="0"/>
              <a:t>7. Business Recommendations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02027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8BBE2-E2B9-52F7-2BE1-7480CF147D86}"/>
              </a:ext>
            </a:extLst>
          </p:cNvPr>
          <p:cNvSpPr txBox="1"/>
          <p:nvPr/>
        </p:nvSpPr>
        <p:spPr>
          <a:xfrm>
            <a:off x="3544584" y="0"/>
            <a:ext cx="5455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BB461-C002-4870-BFFA-FF969A776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632" y="646331"/>
            <a:ext cx="9915481" cy="614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30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35BBE1-1D41-09CF-B566-56FC29E72F68}"/>
              </a:ext>
            </a:extLst>
          </p:cNvPr>
          <p:cNvSpPr txBox="1"/>
          <p:nvPr/>
        </p:nvSpPr>
        <p:spPr>
          <a:xfrm>
            <a:off x="2609636" y="339047"/>
            <a:ext cx="5363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36869-673A-ECCE-A2F4-674C2C45608E}"/>
              </a:ext>
            </a:extLst>
          </p:cNvPr>
          <p:cNvSpPr txBox="1"/>
          <p:nvPr/>
        </p:nvSpPr>
        <p:spPr>
          <a:xfrm>
            <a:off x="308225" y="1366463"/>
            <a:ext cx="1132212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</a:t>
            </a:r>
          </a:p>
          <a:p>
            <a:endParaRPr lang="en-US" sz="2400" dirty="0"/>
          </a:p>
          <a:p>
            <a:r>
              <a:rPr lang="en-US" sz="2400" dirty="0"/>
              <a:t>• Peak sales occur between 8 AM and 10 AM.</a:t>
            </a:r>
          </a:p>
          <a:p>
            <a:endParaRPr lang="en-US" sz="2400" dirty="0"/>
          </a:p>
          <a:p>
            <a:r>
              <a:rPr lang="en-US" sz="2400" dirty="0"/>
              <a:t>• Morning hours generate the highest revenue.</a:t>
            </a:r>
          </a:p>
          <a:p>
            <a:endParaRPr lang="en-US" sz="2400" dirty="0"/>
          </a:p>
          <a:p>
            <a:r>
              <a:rPr lang="en-US" sz="2400" dirty="0"/>
              <a:t>• Hell's Kitchen is the highest-performing store.</a:t>
            </a:r>
          </a:p>
          <a:p>
            <a:endParaRPr lang="en-US" sz="2400" dirty="0"/>
          </a:p>
          <a:p>
            <a:r>
              <a:rPr lang="en-US" sz="2400" dirty="0"/>
              <a:t>• Evening periods show lower customer demand.</a:t>
            </a:r>
          </a:p>
          <a:p>
            <a:endParaRPr lang="en-US" sz="2400" dirty="0"/>
          </a:p>
          <a:p>
            <a:r>
              <a:rPr lang="en-US" sz="2400" dirty="0"/>
              <a:t>• Revenue concentration is highest during morning operating hours.</a:t>
            </a:r>
          </a:p>
          <a:p>
            <a:endParaRPr lang="en-US" sz="2400" dirty="0"/>
          </a:p>
          <a:p>
            <a:r>
              <a:rPr lang="en-US" sz="2400" dirty="0"/>
              <a:t>• Store-level performance varies significantly across locations.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6945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5A4257-CB8B-1496-41BA-9F1FC58E9A96}"/>
              </a:ext>
            </a:extLst>
          </p:cNvPr>
          <p:cNvSpPr txBox="1"/>
          <p:nvPr/>
        </p:nvSpPr>
        <p:spPr>
          <a:xfrm>
            <a:off x="2989780" y="452062"/>
            <a:ext cx="6462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Business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7428A-AB89-22E4-5428-35A0F970A3A3}"/>
              </a:ext>
            </a:extLst>
          </p:cNvPr>
          <p:cNvSpPr txBox="1"/>
          <p:nvPr/>
        </p:nvSpPr>
        <p:spPr>
          <a:xfrm>
            <a:off x="452063" y="1767155"/>
            <a:ext cx="113015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BUSINESS RECOMMENDATIONS</a:t>
            </a:r>
          </a:p>
          <a:p>
            <a:endParaRPr lang="en-US" sz="2000" dirty="0"/>
          </a:p>
          <a:p>
            <a:r>
              <a:rPr lang="en-US" sz="2000" dirty="0"/>
              <a:t>Morning Sales Optimization</a:t>
            </a:r>
          </a:p>
          <a:p>
            <a:r>
              <a:rPr lang="en-US" sz="2000" dirty="0"/>
              <a:t>• Increase staffing during peak hours</a:t>
            </a:r>
          </a:p>
          <a:p>
            <a:r>
              <a:rPr lang="en-US" sz="2000" dirty="0"/>
              <a:t>• Prioritize inventory replenishment</a:t>
            </a:r>
          </a:p>
          <a:p>
            <a:endParaRPr lang="en-US" sz="2000" dirty="0"/>
          </a:p>
          <a:p>
            <a:r>
              <a:rPr lang="en-US" sz="2000" dirty="0"/>
              <a:t>Store Performance Enhancement</a:t>
            </a:r>
          </a:p>
          <a:p>
            <a:r>
              <a:rPr lang="en-US" sz="2000" dirty="0"/>
              <a:t>• Replicate best-performing store strategies</a:t>
            </a:r>
          </a:p>
          <a:p>
            <a:endParaRPr lang="en-US" sz="2000" dirty="0"/>
          </a:p>
          <a:p>
            <a:r>
              <a:rPr lang="en-US" sz="2000" dirty="0"/>
              <a:t>Evening Revenue Improvement</a:t>
            </a:r>
          </a:p>
          <a:p>
            <a:r>
              <a:rPr lang="en-US" sz="2000" dirty="0"/>
              <a:t>• Introduce promotions and loyalty programs</a:t>
            </a:r>
          </a:p>
          <a:p>
            <a:endParaRPr lang="en-US" sz="2000" dirty="0"/>
          </a:p>
          <a:p>
            <a:r>
              <a:rPr lang="en-US" sz="2000" dirty="0"/>
              <a:t>Inventory Optimization</a:t>
            </a:r>
          </a:p>
          <a:p>
            <a:r>
              <a:rPr lang="en-US" sz="2000" dirty="0"/>
              <a:t>• Align inventory planning with demand trends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6412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FA496-6702-67DF-3808-5E30B59E381C}"/>
              </a:ext>
            </a:extLst>
          </p:cNvPr>
          <p:cNvSpPr txBox="1"/>
          <p:nvPr/>
        </p:nvSpPr>
        <p:spPr>
          <a:xfrm>
            <a:off x="2763748" y="92467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Business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FC5C13-7D27-8D2F-2E64-EECAC8714545}"/>
              </a:ext>
            </a:extLst>
          </p:cNvPr>
          <p:cNvSpPr txBox="1"/>
          <p:nvPr/>
        </p:nvSpPr>
        <p:spPr>
          <a:xfrm>
            <a:off x="215757" y="1325366"/>
            <a:ext cx="115070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EXPECTED BUSINESS IMPACT</a:t>
            </a:r>
          </a:p>
          <a:p>
            <a:endParaRPr lang="en-US" sz="2400" dirty="0"/>
          </a:p>
          <a:p>
            <a:r>
              <a:rPr lang="en-US" sz="2400" dirty="0"/>
              <a:t>✔ Improved staffing efficiency</a:t>
            </a:r>
          </a:p>
          <a:p>
            <a:endParaRPr lang="en-US" sz="2400" dirty="0"/>
          </a:p>
          <a:p>
            <a:r>
              <a:rPr lang="en-US" sz="2400" dirty="0"/>
              <a:t>✔ Better inventory management</a:t>
            </a:r>
          </a:p>
          <a:p>
            <a:endParaRPr lang="en-US" sz="2400" dirty="0"/>
          </a:p>
          <a:p>
            <a:r>
              <a:rPr lang="en-US" sz="2400" dirty="0"/>
              <a:t>✔ Increased customer satisfaction</a:t>
            </a:r>
          </a:p>
          <a:p>
            <a:endParaRPr lang="en-US" sz="2400" dirty="0"/>
          </a:p>
          <a:p>
            <a:r>
              <a:rPr lang="en-US" sz="2400" dirty="0"/>
              <a:t>✔ Enhanced operational planning</a:t>
            </a:r>
          </a:p>
          <a:p>
            <a:endParaRPr lang="en-US" sz="2400" dirty="0"/>
          </a:p>
          <a:p>
            <a:r>
              <a:rPr lang="en-US" sz="2400" dirty="0"/>
              <a:t>✔ Data-driven decision-making</a:t>
            </a:r>
          </a:p>
          <a:p>
            <a:endParaRPr lang="en-US" sz="2400" dirty="0"/>
          </a:p>
          <a:p>
            <a:r>
              <a:rPr lang="en-US" sz="2400" dirty="0"/>
              <a:t>✔ Revenue growth opportunities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3436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88B466-AFF3-1E58-5C16-C40683C3BDF9}"/>
              </a:ext>
            </a:extLst>
          </p:cNvPr>
          <p:cNvSpPr txBox="1"/>
          <p:nvPr/>
        </p:nvSpPr>
        <p:spPr>
          <a:xfrm>
            <a:off x="2147299" y="113016"/>
            <a:ext cx="8753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43ACE-FC1B-CAF9-8B0D-0D04AF9FB923}"/>
              </a:ext>
            </a:extLst>
          </p:cNvPr>
          <p:cNvSpPr txBox="1"/>
          <p:nvPr/>
        </p:nvSpPr>
        <p:spPr>
          <a:xfrm>
            <a:off x="164387" y="1551398"/>
            <a:ext cx="118632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</a:t>
            </a:r>
          </a:p>
          <a:p>
            <a:endParaRPr lang="en-US" sz="2400" dirty="0"/>
          </a:p>
          <a:p>
            <a:r>
              <a:rPr lang="en-US" sz="2400" dirty="0"/>
              <a:t>The Coffee Shop Sales Analysis project successfully transformed raw transactional data into actionable business insights using Excel, Power BI, and Tableau.</a:t>
            </a:r>
          </a:p>
          <a:p>
            <a:endParaRPr lang="en-US" sz="2400" dirty="0"/>
          </a:p>
          <a:p>
            <a:r>
              <a:rPr lang="en-US" sz="2400" dirty="0"/>
              <a:t>The dashboards identified peak business periods, customer purchasing trends, and store performance differences, enabling data-driven recommendations for improving operational efficiency and revenue performance.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17638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A642FE-A47A-5C3E-299B-4DD9C91CAC08}"/>
              </a:ext>
            </a:extLst>
          </p:cNvPr>
          <p:cNvSpPr txBox="1"/>
          <p:nvPr/>
        </p:nvSpPr>
        <p:spPr>
          <a:xfrm>
            <a:off x="2967519" y="2496620"/>
            <a:ext cx="625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7857969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</TotalTime>
  <Words>395</Words>
  <Application>Microsoft Office PowerPoint</Application>
  <PresentationFormat>Widescreen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Kumar</dc:creator>
  <cp:lastModifiedBy>Aditya Kumar</cp:lastModifiedBy>
  <cp:revision>1</cp:revision>
  <dcterms:created xsi:type="dcterms:W3CDTF">2026-05-31T15:34:52Z</dcterms:created>
  <dcterms:modified xsi:type="dcterms:W3CDTF">2026-05-31T15:38:40Z</dcterms:modified>
</cp:coreProperties>
</file>